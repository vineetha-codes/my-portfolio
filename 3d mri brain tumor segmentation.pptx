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D67D-79DD-8D5D-15CD-3A7F79E0C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6470" y="1789471"/>
            <a:ext cx="8361229" cy="3011609"/>
          </a:xfrm>
        </p:spPr>
        <p:txBody>
          <a:bodyPr/>
          <a:lstStyle/>
          <a:p>
            <a:r>
              <a:rPr lang="en-US" dirty="0"/>
              <a:t>3d </a:t>
            </a:r>
            <a:r>
              <a:rPr lang="en-US" dirty="0" err="1"/>
              <a:t>mri</a:t>
            </a:r>
            <a:r>
              <a:rPr lang="en-US" dirty="0"/>
              <a:t> brain tumor segmentation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2B2A2-794D-3D3E-17CF-E85A95F78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3" y="1540933"/>
            <a:ext cx="6831673" cy="350868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14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0ABD-3A69-088C-0FFF-5FEA70526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659" y="-993057"/>
            <a:ext cx="10933471" cy="6282812"/>
          </a:xfrm>
        </p:spPr>
        <p:txBody>
          <a:bodyPr>
            <a:normAutofit/>
          </a:bodyPr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Objective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sz="3200" dirty="0"/>
              <a:t>To segment brain tumors from 3D MRI scans using image processing techniques in OpenCV and visualize the result</a:t>
            </a:r>
            <a:r>
              <a:rPr lang="en-US" sz="5400" dirty="0"/>
              <a:t>.</a:t>
            </a:r>
            <a:br>
              <a:rPr lang="en-US" sz="54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5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E1D4D-CC33-4A67-8F86-56894F02582C}"/>
              </a:ext>
            </a:extLst>
          </p:cNvPr>
          <p:cNvSpPr txBox="1"/>
          <p:nvPr/>
        </p:nvSpPr>
        <p:spPr>
          <a:xfrm>
            <a:off x="1219200" y="1200937"/>
            <a:ext cx="1026487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Medical Diagnosis Assistance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radiologists detect and localize brain tumors more easily by automatically segmenting tumor regions from MRI scans.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time in manual analysis of large 3D MRI dataset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2. Treatment Planning</a:t>
            </a:r>
          </a:p>
          <a:p>
            <a:r>
              <a:rPr lang="en-US" dirty="0"/>
              <a:t>Provides accurate tumor volume and location for planning surgeries, radiotherapy, or chemotherapy.</a:t>
            </a:r>
          </a:p>
          <a:p>
            <a:r>
              <a:rPr lang="en-US" dirty="0"/>
              <a:t>Helps in tracking tumor growth or shrinkage over time.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3. Monitoring Tumor Progression</a:t>
            </a:r>
          </a:p>
          <a:p>
            <a:r>
              <a:rPr lang="en-US" dirty="0"/>
              <a:t>Allows comparison of segmented tumors over time to evaluate treatment effectiveness.</a:t>
            </a:r>
          </a:p>
          <a:p>
            <a:r>
              <a:rPr lang="en-US" dirty="0"/>
              <a:t>Helps doctors observe changes in tumor size and shape during follow-up.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3. Monitoring Tumor Progression</a:t>
            </a:r>
          </a:p>
          <a:p>
            <a:r>
              <a:rPr lang="en-US" dirty="0"/>
              <a:t>Allows comparison of segmented tumors over time to evaluate treatment effectiveness.</a:t>
            </a:r>
          </a:p>
          <a:p>
            <a:r>
              <a:rPr lang="en-US" dirty="0"/>
              <a:t>Helps doctors observe changes in tumor size and shape during follow-up.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63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rain scan&#10;&#10;AI-generated content may be incorrect.">
            <a:extLst>
              <a:ext uri="{FF2B5EF4-FFF2-40B4-BE49-F238E27FC236}">
                <a16:creationId xmlns:a16="http://schemas.microsoft.com/office/drawing/2014/main" id="{695A4E7C-DB63-6637-BE9E-18F608849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2" y="-265471"/>
            <a:ext cx="8809703" cy="947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02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4AC5C-CFC8-9B1D-B576-E6EDF2FBC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645" y="892278"/>
            <a:ext cx="9601200" cy="488909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</a:t>
            </a:r>
            <a:r>
              <a:rPr lang="en-US" b="1" dirty="0"/>
              <a:t>Summary of Uses: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1. Assist diagnosis</a:t>
            </a:r>
            <a:br>
              <a:rPr lang="en-US" dirty="0"/>
            </a:br>
            <a:r>
              <a:rPr lang="en-US" dirty="0"/>
              <a:t>2. Aid treatment planning</a:t>
            </a:r>
            <a:br>
              <a:rPr lang="en-US" dirty="0"/>
            </a:br>
            <a:r>
              <a:rPr lang="en-US" dirty="0"/>
              <a:t>3. Monitor tumor progression</a:t>
            </a:r>
            <a:br>
              <a:rPr lang="en-US" dirty="0"/>
            </a:br>
            <a:r>
              <a:rPr lang="en-US" dirty="0"/>
              <a:t>4. Academic research</a:t>
            </a:r>
            <a:br>
              <a:rPr lang="en-US" dirty="0"/>
            </a:br>
            <a:r>
              <a:rPr lang="en-US" dirty="0"/>
              <a:t>5. Education &amp; learning</a:t>
            </a:r>
            <a:br>
              <a:rPr lang="en-US" dirty="0"/>
            </a:br>
            <a:r>
              <a:rPr lang="en-US" dirty="0"/>
              <a:t>6. Dataset annotation</a:t>
            </a:r>
            <a:br>
              <a:rPr lang="en-US" dirty="0"/>
            </a:br>
            <a:r>
              <a:rPr lang="en-US" dirty="0"/>
              <a:t>7. Cost-effective medical solution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35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B223-3540-3C22-BA46-CC07ED2D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910" y="2686050"/>
            <a:ext cx="9601200" cy="1485900"/>
          </a:xfrm>
        </p:spPr>
        <p:txBody>
          <a:bodyPr>
            <a:normAutofit/>
          </a:bodyPr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89276826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{56C96B6D-B94D-4320-B413-B618FDC9207B}tf10001105</Template>
  <TotalTime>23</TotalTime>
  <Words>195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Aharoni</vt:lpstr>
      <vt:lpstr>Arial</vt:lpstr>
      <vt:lpstr>Franklin Gothic Book</vt:lpstr>
      <vt:lpstr>Crop</vt:lpstr>
      <vt:lpstr>3d mri brain tumor segmentation</vt:lpstr>
      <vt:lpstr>Objective  To segment brain tumors from 3D MRI scans using image processing techniques in OpenCV and visualize the result. </vt:lpstr>
      <vt:lpstr>PowerPoint Presentation</vt:lpstr>
      <vt:lpstr>PowerPoint Presentation</vt:lpstr>
      <vt:lpstr>                     Summary of Uses:  1. Assist diagnosis 2. Aid treatment planning 3. Monitor tumor progression 4. Academic research 5. Education &amp; learning 6. Dataset annotation 7. Cost-effective medical solution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VINEETHA VUSTELA</dc:creator>
  <cp:lastModifiedBy>VINEETHA VUSTELA</cp:lastModifiedBy>
  <cp:revision>1</cp:revision>
  <dcterms:created xsi:type="dcterms:W3CDTF">2025-09-11T06:05:35Z</dcterms:created>
  <dcterms:modified xsi:type="dcterms:W3CDTF">2025-09-11T06:28:38Z</dcterms:modified>
</cp:coreProperties>
</file>